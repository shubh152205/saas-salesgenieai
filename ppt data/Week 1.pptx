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Vd2003T3kmCUCigVsleUI/S6a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928255"/>
            <a:ext cx="9144000" cy="3269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SalesGenie AI –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AI Sales Assistant &amp; Lead Intelligence Platform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Project Statement</a:t>
            </a:r>
            <a:endParaRPr b="1"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496290"/>
            <a:ext cx="10515600" cy="5167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Modern sales teams spend a significant amount of time researching prospects, analysing company information, preparing outreach messages, tracking customer interactions, and identifying high-potential opportunities.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Manual lead qualification and sales outreach often result in inconsistent engagement, lower conversion rates, and reduced productivity.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This project aims to develop SalesGenie AI, an AI-powered Sales Assistant and Lead Intelligence Platform that automates lead analysis, prospect research, personalized outreach generation, sales conversation summarization, and follow-up recommendations.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By leveraging Large Language Models (LLMs), agentic AI workflows, CRM integrations, and sales intelligence analytics, the platform enables sales teams to focus on relationship building and revenue generation.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solution improves lead conversion rates, streamlines sales operations, and enhances decision-making through actionable AI-driven insights.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06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Outcomes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427018"/>
            <a:ext cx="10515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Centralized prospect and lead management platform.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AI-powered company profile analysis and lead intelligence generation.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Personalized cold email and outreach message generation.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Automated lead scoring based on conversion probability.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AI-generated follow-up strategies and sales recommendations.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Meeting and sales conversation summarization.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CRM integration for seamless sales workflow management.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Sales performance analytics and business intelligence dashboard.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91345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Modules to be Implemented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Management &amp; Prospect Database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Intelligence &amp; Company Analysis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AI Outreach Generation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Scoring &amp; Recommendation Engine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Conversation Intelligence &amp; CRM Integration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Dashboard &amp; Sales Analytics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Week-wise Module Implementation &amp; High-Level Requirements</a:t>
            </a:r>
            <a:endParaRPr b="1"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2398815"/>
            <a:ext cx="10515600" cy="3778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1 (Weeks 1–2) – Lead Management &amp; Intelligence Engine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2 (Weeks 3–4) – Outreach Generation &amp; Lead Scoring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3 (Weeks 5–6) – CRM Integration &amp; Conversation Intelligence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4 (Weeks 7–8) – Dashboard &amp; Automation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Workflow Diagram</a:t>
            </a:r>
            <a:endParaRPr/>
          </a:p>
        </p:txBody>
      </p:sp>
      <p:pic>
        <p:nvPicPr>
          <p:cNvPr id="114" name="Google Shape;11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049" l="21256" r="16448" t="21906"/>
          <a:stretch/>
        </p:blipFill>
        <p:spPr>
          <a:xfrm>
            <a:off x="605642" y="1504714"/>
            <a:ext cx="10664041" cy="476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Architecture Diagram</a:t>
            </a:r>
            <a:endParaRPr/>
          </a:p>
        </p:txBody>
      </p:sp>
      <p:pic>
        <p:nvPicPr>
          <p:cNvPr id="120" name="Google Shape;12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510" l="21256" r="17983" t="21633"/>
          <a:stretch/>
        </p:blipFill>
        <p:spPr>
          <a:xfrm>
            <a:off x="1025238" y="1519342"/>
            <a:ext cx="10141500" cy="48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Database Schema</a:t>
            </a:r>
            <a:endParaRPr/>
          </a:p>
        </p:txBody>
      </p:sp>
      <p:pic>
        <p:nvPicPr>
          <p:cNvPr id="126" name="Google Shape;12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8326" l="19108" r="16448" t="22179"/>
          <a:stretch/>
        </p:blipFill>
        <p:spPr>
          <a:xfrm>
            <a:off x="581892" y="1465019"/>
            <a:ext cx="10355282" cy="4674523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GB" sz="66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2026-06-30T05:54:58Z</dcterms:created>
  <dc:creator>lab 8</dc:creator>
</cp:coreProperties>
</file>