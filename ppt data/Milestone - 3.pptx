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hrzPwHQPhhzbuJaf0m+3W1Dmeu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A109D4-6F9C-4655-9B43-2E00F219F363}">
  <a:tblStyle styleId="{7DA109D4-6F9C-4655-9B43-2E00F219F36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77d6d34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977d6d3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086377"/>
            <a:ext cx="9144000" cy="14235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/>
              <a:t>Milestone  - 3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Milestone 3 (Weeks 5–6) – CRM Integration &amp; Conversation Intelligence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• Integrate CRM systems and sales workflows.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• Implement meeting and sales conversation summarization.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• Develop FastAPI endpoints for external integrations.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idx="1" type="body"/>
          </p:nvPr>
        </p:nvSpPr>
        <p:spPr>
          <a:xfrm>
            <a:off x="838200" y="1030310"/>
            <a:ext cx="10515600" cy="5146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Objective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Build an AI-powered system that: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Connects with CRM platforms.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Stores customer and sales information.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Summarizes sales meetings automatically.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Extracts insights from conversations.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Provides FastAPI endpoints for external applications.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4869" y="1519707"/>
            <a:ext cx="6709892" cy="5048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838200" y="3093353"/>
            <a:ext cx="7893676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1: CRM Integration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Install Required Packages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 install fastapi uvicorn requests sqlalchemy</a:t>
            </a:r>
            <a:endParaRPr b="0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idx="1" type="body"/>
          </p:nvPr>
        </p:nvSpPr>
        <p:spPr>
          <a:xfrm>
            <a:off x="838200" y="553792"/>
            <a:ext cx="10515600" cy="5623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Step 2: Create CRM Database Model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from sqlalchemy import Column, Integer, String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from database import Base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class Customer(Base):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__tablename__ = "customers"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id = Column(Integer, primary_key=True)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name = Column(String)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email = Column(String)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company = Column(String)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status = Column(String)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824248" y="232397"/>
            <a:ext cx="5679583" cy="55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Stores: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Name 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Status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John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Company: Microsoft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Status: Interested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idx="1" type="body"/>
          </p:nvPr>
        </p:nvSpPr>
        <p:spPr>
          <a:xfrm>
            <a:off x="838200" y="618186"/>
            <a:ext cx="10515600" cy="5558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Step 3: Create CRM Service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customers = []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def add_customer(data):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customers.append(data)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return data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idx="1" type="body"/>
          </p:nvPr>
        </p:nvSpPr>
        <p:spPr>
          <a:xfrm>
            <a:off x="838200" y="412124"/>
            <a:ext cx="10515600" cy="5764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Step 4: CRM API Endpoint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from fastapi import FastAPI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app = FastAPI()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@app.post("/customer")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def create_customer(customer: dict):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customers.append(customer)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return {"message":"Customer Added"}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Run: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uvicorn main:app --reload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838200" y="759854"/>
            <a:ext cx="10515600" cy="5417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Test: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POST /customer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Response: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"message":"Customer Added"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idx="1" type="body"/>
          </p:nvPr>
        </p:nvSpPr>
        <p:spPr>
          <a:xfrm>
            <a:off x="838200" y="669701"/>
            <a:ext cx="10515600" cy="550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Part 2: Conversation Intelligence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GB"/>
              <a:t>Step 1: Sample Sales Transcript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transcript = """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Customer is interested in purchasing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our AI analytics platform.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Requested pricing details.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Follow-up next Tuesday.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"""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838200" y="965810"/>
            <a:ext cx="9194442" cy="5601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Generate Summary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OpenAI or another LLM: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openai import OpenAI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= OpenAI()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= client.chat.completions.create(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model="gpt-4o-mini",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messages=[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"role":"user",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"content":f"Summarize:\n{transcript}"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print(response.choices[0].message.content)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838200" y="2970243"/>
            <a:ext cx="6811851" cy="2062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interested in AI platform.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Requested pricing.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Follow-up scheduled Tuesday.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838200" y="462607"/>
            <a:ext cx="5368329" cy="5016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Extract Action Items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= f"""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action items: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{transcript}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""“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 sz="3200"/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 sz="3200">
                <a:latin typeface="Times New Roman"/>
                <a:ea typeface="Times New Roman"/>
                <a:cs typeface="Times New Roman"/>
                <a:sym typeface="Times New Roman"/>
              </a:rPr>
              <a:t>1. Send pricing document.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 sz="3200">
                <a:latin typeface="Times New Roman"/>
                <a:ea typeface="Times New Roman"/>
                <a:cs typeface="Times New Roman"/>
                <a:sym typeface="Times New Roman"/>
              </a:rPr>
              <a:t>2. Schedule follow-up Tuesday.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812442" y="394692"/>
            <a:ext cx="740427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Sentiment Analysis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GB" sz="3600"/>
              <a:t>pip install textblob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GB" sz="3600"/>
              <a:t>Code: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textblob import TextBlob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= "I really like this product."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= TextBlob(text)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print(analysis.sentiment)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838200" y="695459"/>
            <a:ext cx="10515600" cy="5481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Polarity = 0.8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Meaning:</a:t>
            </a:r>
            <a:endParaRPr/>
          </a:p>
        </p:txBody>
      </p:sp>
      <p:graphicFrame>
        <p:nvGraphicFramePr>
          <p:cNvPr id="161" name="Google Shape;161;p16"/>
          <p:cNvGraphicFramePr/>
          <p:nvPr/>
        </p:nvGraphicFramePr>
        <p:xfrm>
          <a:off x="838200" y="3269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{7DA109D4-6F9C-4655-9B43-2E00F219F363}</a:tableStyleId>
              </a:tblPr>
              <a:tblGrid>
                <a:gridCol w="5257800"/>
                <a:gridCol w="525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Meaning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&gt;0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Positive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&lt;0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Negative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Neutral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838200" y="605307"/>
            <a:ext cx="10515600" cy="557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Part 3: Meeting Summarization Service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GB"/>
              <a:t>Create Utility Function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def summarize_meeting(transcript):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summary = transcript[:200]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return summary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838200" y="1043189"/>
            <a:ext cx="10515600" cy="5133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API Endpoint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@app.post("/summarize")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def summarize(data: dict):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transcript = data["transcript"]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summary = summarize_meeting(transcript)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return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    "summary": summary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838200" y="695459"/>
            <a:ext cx="10515600" cy="5481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Request: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"transcript":"Meeting discussion..."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Response: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"summary":"Meeting discussion..."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838200" y="695459"/>
            <a:ext cx="10515600" cy="5481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/>
              <a:t>Part 4: Conversation Insights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Extract: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Customer Interest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Budget Mention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Competitors Mentioned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Next Meeting Date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insights =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"interest":"High",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"budget":"$5000",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"next_meeting":"2026-08-01"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838200" y="631065"/>
            <a:ext cx="10515600" cy="5545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Endpoint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@app.post("/insights")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def get_insights():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return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    "interest":"High",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    "budget":"5000"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}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838200" y="1446749"/>
            <a:ext cx="6216766" cy="510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5: FastAPI External Integration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Endpoint for CRM Push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@app.post("/crm/push")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 push_to_crm(data: dict):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"status":"Success",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"customer":data</a:t>
            </a:r>
            <a:endParaRPr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838200" y="1262130"/>
            <a:ext cx="10515600" cy="4876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Endpoint for Summary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@app.get("/summary/{meeting_id}")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def summary(meeting_id:int):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return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    "meeting_id":meeting_id,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    "summary":"Customer interested."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900000" y="504789"/>
            <a:ext cx="10515600" cy="51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/>
              <a:t>Folder Structure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6501" y="1230707"/>
            <a:ext cx="7438992" cy="4758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713" y="273676"/>
            <a:ext cx="10998557" cy="6310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611" y="347730"/>
            <a:ext cx="9981127" cy="5962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977d6d342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977d6d342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g3f977d6d34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050" y="2610550"/>
            <a:ext cx="8763000" cy="299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2026-07-23T08:45:42Z</dcterms:created>
  <dc:creator>LAB 8</dc:creator>
</cp:coreProperties>
</file>